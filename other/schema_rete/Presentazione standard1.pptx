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08" y="1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71289"/>
            <a:ext cx="9144000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12522"/>
            <a:ext cx="9144000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CBD8B-88F7-4E93-8F43-DF6337F2B207}" type="datetimeFigureOut">
              <a:rPr lang="it-IT" smtClean="0"/>
              <a:t>27/04/2023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EF68-946C-4BBD-8B85-93037DD25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503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CBD8B-88F7-4E93-8F43-DF6337F2B207}" type="datetimeFigureOut">
              <a:rPr lang="it-IT" smtClean="0"/>
              <a:t>27/04/2023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EF68-946C-4BBD-8B85-93037DD25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0954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17932"/>
            <a:ext cx="10515600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927150"/>
            <a:ext cx="10515600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CBD8B-88F7-4E93-8F43-DF6337F2B207}" type="datetimeFigureOut">
              <a:rPr lang="it-IT" smtClean="0"/>
              <a:t>27/04/2023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EF68-946C-4BBD-8B85-93037DD25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072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766593"/>
            <a:ext cx="5181600" cy="182715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766593"/>
            <a:ext cx="5181600" cy="182715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CBD8B-88F7-4E93-8F43-DF6337F2B207}" type="datetimeFigureOut">
              <a:rPr lang="it-IT" smtClean="0"/>
              <a:t>27/04/2023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EF68-946C-4BBD-8B85-93037DD25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984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53319"/>
            <a:ext cx="10515600" cy="556614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705933"/>
            <a:ext cx="5157787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051899"/>
            <a:ext cx="5157787" cy="154718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705933"/>
            <a:ext cx="5183188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051899"/>
            <a:ext cx="5183188" cy="154718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CBD8B-88F7-4E93-8F43-DF6337F2B207}" type="datetimeFigureOut">
              <a:rPr lang="it-IT" smtClean="0"/>
              <a:t>27/04/2023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EF68-946C-4BBD-8B85-93037DD25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746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CBD8B-88F7-4E93-8F43-DF6337F2B207}" type="datetimeFigureOut">
              <a:rPr lang="it-IT" smtClean="0"/>
              <a:t>27/04/2023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EF68-946C-4BBD-8B85-93037DD25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070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CBD8B-88F7-4E93-8F43-DF6337F2B207}" type="datetimeFigureOut">
              <a:rPr lang="it-IT" smtClean="0"/>
              <a:t>27/04/2023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EF68-946C-4BBD-8B85-93037DD25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753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91982"/>
            <a:ext cx="3932237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14627"/>
            <a:ext cx="6172200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63918"/>
            <a:ext cx="3932237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CBD8B-88F7-4E93-8F43-DF6337F2B207}" type="datetimeFigureOut">
              <a:rPr lang="it-IT" smtClean="0"/>
              <a:t>27/04/2023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EF68-946C-4BBD-8B85-93037DD25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7547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91982"/>
            <a:ext cx="3932237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14627"/>
            <a:ext cx="6172200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863918"/>
            <a:ext cx="3932237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CBD8B-88F7-4E93-8F43-DF6337F2B207}" type="datetimeFigureOut">
              <a:rPr lang="it-IT" smtClean="0"/>
              <a:t>27/04/2023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EF68-946C-4BBD-8B85-93037DD25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735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CBD8B-88F7-4E93-8F43-DF6337F2B207}" type="datetimeFigureOut">
              <a:rPr lang="it-IT" smtClean="0"/>
              <a:t>27/04/2023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EF68-946C-4BBD-8B85-93037DD25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425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53319"/>
            <a:ext cx="2628900" cy="2440434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53319"/>
            <a:ext cx="7734300" cy="244043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CBD8B-88F7-4E93-8F43-DF6337F2B207}" type="datetimeFigureOut">
              <a:rPr lang="it-IT" smtClean="0"/>
              <a:t>27/04/2023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DEF68-946C-4BBD-8B85-93037DD25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4459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53319"/>
            <a:ext cx="10515600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66593"/>
            <a:ext cx="10515600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669079"/>
            <a:ext cx="2743200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CBD8B-88F7-4E93-8F43-DF6337F2B207}" type="datetimeFigureOut">
              <a:rPr lang="it-IT" smtClean="0"/>
              <a:t>27/04/2023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669079"/>
            <a:ext cx="4114800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669079"/>
            <a:ext cx="2743200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DEF68-946C-4BBD-8B85-93037DD25A1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648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microsoft.com/office/2007/relationships/media" Target="../media/media7.mp4"/><Relationship Id="rId18" Type="http://schemas.openxmlformats.org/officeDocument/2006/relationships/image" Target="../media/image1.png"/><Relationship Id="rId26" Type="http://schemas.openxmlformats.org/officeDocument/2006/relationships/image" Target="../media/image9.png"/><Relationship Id="rId3" Type="http://schemas.microsoft.com/office/2007/relationships/media" Target="../media/media2.mp4"/><Relationship Id="rId21" Type="http://schemas.openxmlformats.org/officeDocument/2006/relationships/image" Target="../media/image4.png"/><Relationship Id="rId7" Type="http://schemas.microsoft.com/office/2007/relationships/media" Target="../media/media4.mp4"/><Relationship Id="rId12" Type="http://schemas.openxmlformats.org/officeDocument/2006/relationships/video" Target="../media/media6.mp4"/><Relationship Id="rId17" Type="http://schemas.openxmlformats.org/officeDocument/2006/relationships/slideLayout" Target="../slideLayouts/slideLayout1.xml"/><Relationship Id="rId25" Type="http://schemas.openxmlformats.org/officeDocument/2006/relationships/image" Target="../media/image8.png"/><Relationship Id="rId2" Type="http://schemas.openxmlformats.org/officeDocument/2006/relationships/video" Target="../media/media1.mp4"/><Relationship Id="rId16" Type="http://schemas.openxmlformats.org/officeDocument/2006/relationships/video" Target="../media/media8.mp4"/><Relationship Id="rId20" Type="http://schemas.openxmlformats.org/officeDocument/2006/relationships/image" Target="../media/image3.pn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microsoft.com/office/2007/relationships/media" Target="../media/media6.mp4"/><Relationship Id="rId24" Type="http://schemas.openxmlformats.org/officeDocument/2006/relationships/image" Target="../media/image7.png"/><Relationship Id="rId5" Type="http://schemas.microsoft.com/office/2007/relationships/media" Target="../media/media3.mp4"/><Relationship Id="rId15" Type="http://schemas.microsoft.com/office/2007/relationships/media" Target="../media/media8.mp4"/><Relationship Id="rId23" Type="http://schemas.openxmlformats.org/officeDocument/2006/relationships/image" Target="../media/image6.png"/><Relationship Id="rId10" Type="http://schemas.openxmlformats.org/officeDocument/2006/relationships/video" Target="../media/media5.mp4"/><Relationship Id="rId19" Type="http://schemas.openxmlformats.org/officeDocument/2006/relationships/image" Target="../media/image2.png"/><Relationship Id="rId4" Type="http://schemas.openxmlformats.org/officeDocument/2006/relationships/video" Target="../media/media2.mp4"/><Relationship Id="rId9" Type="http://schemas.microsoft.com/office/2007/relationships/media" Target="../media/media5.mp4"/><Relationship Id="rId14" Type="http://schemas.openxmlformats.org/officeDocument/2006/relationships/video" Target="../media/media7.mp4"/><Relationship Id="rId2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9D3016DB-2474-CD3B-26BC-D7B8DA43EE3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85"/>
            <a:ext cx="12192000" cy="2906494"/>
          </a:xfrm>
          <a:prstGeom prst="rect">
            <a:avLst/>
          </a:prstGeom>
        </p:spPr>
      </p:pic>
      <p:pic>
        <p:nvPicPr>
          <p:cNvPr id="6" name="tmp_video">
            <a:hlinkClick r:id="" action="ppaction://media"/>
            <a:extLst>
              <a:ext uri="{FF2B5EF4-FFF2-40B4-BE49-F238E27FC236}">
                <a16:creationId xmlns:a16="http://schemas.microsoft.com/office/drawing/2014/main" id="{A4824096-92C0-5141-1964-413ECC25CA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0" y="831978"/>
            <a:ext cx="1927352" cy="1084136"/>
          </a:xfrm>
          <a:prstGeom prst="rect">
            <a:avLst/>
          </a:prstGeom>
        </p:spPr>
      </p:pic>
      <p:pic>
        <p:nvPicPr>
          <p:cNvPr id="10" name="hand_depth">
            <a:hlinkClick r:id="" action="ppaction://media"/>
            <a:extLst>
              <a:ext uri="{FF2B5EF4-FFF2-40B4-BE49-F238E27FC236}">
                <a16:creationId xmlns:a16="http://schemas.microsoft.com/office/drawing/2014/main" id="{8CC4F731-85B7-6589-FB35-3A3C9BC4DE1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607050" y="189464"/>
            <a:ext cx="486016" cy="486016"/>
          </a:xfrm>
          <a:prstGeom prst="rect">
            <a:avLst/>
          </a:prstGeom>
        </p:spPr>
      </p:pic>
      <p:pic>
        <p:nvPicPr>
          <p:cNvPr id="11" name="hand_mask">
            <a:hlinkClick r:id="" action="ppaction://media"/>
            <a:extLst>
              <a:ext uri="{FF2B5EF4-FFF2-40B4-BE49-F238E27FC236}">
                <a16:creationId xmlns:a16="http://schemas.microsoft.com/office/drawing/2014/main" id="{93952F66-4503-8997-E562-46FCEAAC1953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5612054" y="1133538"/>
            <a:ext cx="481012" cy="481012"/>
          </a:xfrm>
          <a:prstGeom prst="rect">
            <a:avLst/>
          </a:prstGeom>
        </p:spPr>
      </p:pic>
      <p:pic>
        <p:nvPicPr>
          <p:cNvPr id="12" name="hand_rgb">
            <a:hlinkClick r:id="" action="ppaction://media"/>
            <a:extLst>
              <a:ext uri="{FF2B5EF4-FFF2-40B4-BE49-F238E27FC236}">
                <a16:creationId xmlns:a16="http://schemas.microsoft.com/office/drawing/2014/main" id="{FE651ADD-5446-29FE-A8C5-AF54C5FDF211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5607050" y="2072609"/>
            <a:ext cx="481012" cy="481012"/>
          </a:xfrm>
          <a:prstGeom prst="rect">
            <a:avLst/>
          </a:prstGeom>
        </p:spPr>
      </p:pic>
      <p:pic>
        <p:nvPicPr>
          <p:cNvPr id="14" name="depth">
            <a:hlinkClick r:id="" action="ppaction://media"/>
            <a:extLst>
              <a:ext uri="{FF2B5EF4-FFF2-40B4-BE49-F238E27FC236}">
                <a16:creationId xmlns:a16="http://schemas.microsoft.com/office/drawing/2014/main" id="{45F6C03B-6853-6CE5-165A-FA3B52F11BA3}"/>
              </a:ext>
            </a:extLst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3"/>
          <a:stretch>
            <a:fillRect/>
          </a:stretch>
        </p:blipFill>
        <p:spPr>
          <a:xfrm>
            <a:off x="3649247" y="-13385"/>
            <a:ext cx="1582361" cy="890079"/>
          </a:xfrm>
          <a:prstGeom prst="rect">
            <a:avLst/>
          </a:prstGeom>
        </p:spPr>
      </p:pic>
      <p:pic>
        <p:nvPicPr>
          <p:cNvPr id="15" name="masks">
            <a:hlinkClick r:id="" action="ppaction://media"/>
            <a:extLst>
              <a:ext uri="{FF2B5EF4-FFF2-40B4-BE49-F238E27FC236}">
                <a16:creationId xmlns:a16="http://schemas.microsoft.com/office/drawing/2014/main" id="{97FF8FC7-C88B-8F5E-4D00-9A6FCD0774C0}"/>
              </a:ext>
            </a:extLst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3649247" y="928797"/>
            <a:ext cx="1582361" cy="890079"/>
          </a:xfrm>
          <a:prstGeom prst="rect">
            <a:avLst/>
          </a:prstGeom>
        </p:spPr>
      </p:pic>
      <p:pic>
        <p:nvPicPr>
          <p:cNvPr id="16" name="bb">
            <a:hlinkClick r:id="" action="ppaction://media"/>
            <a:extLst>
              <a:ext uri="{FF2B5EF4-FFF2-40B4-BE49-F238E27FC236}">
                <a16:creationId xmlns:a16="http://schemas.microsoft.com/office/drawing/2014/main" id="{E3D24886-148D-7F42-17C3-A74117B51E52}"/>
              </a:ext>
            </a:extLst>
          </p:cNvPr>
          <p:cNvPicPr>
            <a:picLocks noChangeAspect="1"/>
          </p:cNvPicPr>
          <p:nvPr>
            <a:vide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3649247" y="1870977"/>
            <a:ext cx="1582361" cy="890079"/>
          </a:xfrm>
          <a:prstGeom prst="rect">
            <a:avLst/>
          </a:prstGeom>
        </p:spPr>
      </p:pic>
      <p:pic>
        <p:nvPicPr>
          <p:cNvPr id="17" name="p_tmp_video">
            <a:hlinkClick r:id="" action="ppaction://media"/>
            <a:extLst>
              <a:ext uri="{FF2B5EF4-FFF2-40B4-BE49-F238E27FC236}">
                <a16:creationId xmlns:a16="http://schemas.microsoft.com/office/drawing/2014/main" id="{FC81F11F-7AA5-BE60-3F90-5F1B9BE9D2E5}"/>
              </a:ext>
            </a:extLst>
          </p:cNvPr>
          <p:cNvPicPr>
            <a:picLocks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9063107" y="484130"/>
            <a:ext cx="3128894" cy="176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01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26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26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267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26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226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234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223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1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7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33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8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39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4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45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0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51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>
                <p:cTn id="57" repeatCount="indefinite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80000">
                <p:cTn id="63" repeatCount="indefinite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8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43</TotalTime>
  <Words>0</Words>
  <Application>Microsoft Office PowerPoint</Application>
  <PresentationFormat>Personalizzato</PresentationFormat>
  <Paragraphs>0</Paragraphs>
  <Slides>1</Slides>
  <Notes>0</Notes>
  <HiddenSlides>0</HiddenSlides>
  <MMClips>8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ROSARIO LEONARDI</dc:creator>
  <cp:lastModifiedBy>ROSARIO LEONARDI</cp:lastModifiedBy>
  <cp:revision>3</cp:revision>
  <dcterms:created xsi:type="dcterms:W3CDTF">2023-04-27T14:02:17Z</dcterms:created>
  <dcterms:modified xsi:type="dcterms:W3CDTF">2023-04-27T14:47:42Z</dcterms:modified>
</cp:coreProperties>
</file>